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190316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40386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011996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862939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F44E62F-97D6-4BFB-8B4B-B582C39B4FDA}" type="datetimeFigureOut">
              <a:rPr lang="es-MX" smtClean="0"/>
              <a:t>02/06/2026</a:t>
            </a:fld>
            <a:endParaRPr lang="es-MX"/>
          </a:p>
        </p:txBody>
      </p:sp>
      <p:sp>
        <p:nvSpPr>
          <p:cNvPr id="8" name="Footer Placeholder 7"/>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01741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F44E62F-97D6-4BFB-8B4B-B582C39B4FDA}" type="datetimeFigureOut">
              <a:rPr lang="es-MX" smtClean="0"/>
              <a:t>02/06/2026</a:t>
            </a:fld>
            <a:endParaRPr lang="es-MX"/>
          </a:p>
        </p:txBody>
      </p:sp>
      <p:sp>
        <p:nvSpPr>
          <p:cNvPr id="4" name="Footer Placeholder 3"/>
          <p:cNvSpPr>
            <a:spLocks noGrp="1"/>
          </p:cNvSpPr>
          <p:nvPr>
            <p:ph type="ftr" sz="quarter" idx="11"/>
          </p:nvPr>
        </p:nvSpPr>
        <p:spPr/>
        <p:txBody>
          <a:bodyPr/>
          <a:lstStyle/>
          <a:p>
            <a:endParaRPr lang="es-MX"/>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426466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4E62F-97D6-4BFB-8B4B-B582C39B4FDA}" type="datetimeFigureOut">
              <a:rPr lang="es-MX" smtClean="0"/>
              <a:t>02/06/2026</a:t>
            </a:fld>
            <a:endParaRPr lang="es-MX"/>
          </a:p>
        </p:txBody>
      </p:sp>
      <p:sp>
        <p:nvSpPr>
          <p:cNvPr id="3" name="Footer Placeholder 2"/>
          <p:cNvSpPr>
            <a:spLocks noGrp="1"/>
          </p:cNvSpPr>
          <p:nvPr>
            <p:ph type="ftr" sz="quarter" idx="11"/>
          </p:nvPr>
        </p:nvSpPr>
        <p:spPr/>
        <p:txBody>
          <a:bodyPr/>
          <a:lstStyle/>
          <a:p>
            <a:endParaRPr lang="es-MX"/>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692451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025472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18824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15527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42118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231407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64714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542940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71339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87889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44E62F-97D6-4BFB-8B4B-B582C39B4FDA}" type="datetimeFigureOut">
              <a:rPr lang="es-MX" smtClean="0"/>
              <a:t>02/06/2026</a:t>
            </a:fld>
            <a:endParaRPr lang="es-MX"/>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230714A-4CA9-4882-A76D-313E66D931E5}" type="slidenum">
              <a:rPr lang="es-MX" smtClean="0"/>
              <a:t>‹Nº›</a:t>
            </a:fld>
            <a:endParaRPr lang="es-MX"/>
          </a:p>
        </p:txBody>
      </p:sp>
    </p:spTree>
    <p:extLst>
      <p:ext uri="{BB962C8B-B14F-4D97-AF65-F5344CB8AC3E}">
        <p14:creationId xmlns:p14="http://schemas.microsoft.com/office/powerpoint/2010/main" val="343072783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Logotipo&#10;&#10;El contenido generado por IA puede ser incorrecto.">
            <a:extLst>
              <a:ext uri="{FF2B5EF4-FFF2-40B4-BE49-F238E27FC236}">
                <a16:creationId xmlns:a16="http://schemas.microsoft.com/office/drawing/2014/main" id="{5BE116EE-66B3-6205-862D-7C2F749F67B9}"/>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5" name="Imagen 4" descr="Logotipo, nombre de la empresa&#10;&#10;El contenido generado por IA puede ser incorrecto.">
            <a:extLst>
              <a:ext uri="{FF2B5EF4-FFF2-40B4-BE49-F238E27FC236}">
                <a16:creationId xmlns:a16="http://schemas.microsoft.com/office/drawing/2014/main" id="{BB2C38AE-94FF-0937-BE6F-73AFC5EE1E13}"/>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6" name="Imagen 5" descr="Diagrama&#10;&#10;El contenido generado por IA puede ser incorrecto.">
            <a:extLst>
              <a:ext uri="{FF2B5EF4-FFF2-40B4-BE49-F238E27FC236}">
                <a16:creationId xmlns:a16="http://schemas.microsoft.com/office/drawing/2014/main" id="{07A7344B-2940-DAFF-CA3B-D842754A8356}"/>
              </a:ext>
            </a:extLst>
          </p:cNvPr>
          <p:cNvPicPr>
            <a:picLocks noChangeAspect="1"/>
          </p:cNvPicPr>
          <p:nvPr/>
        </p:nvPicPr>
        <p:blipFill>
          <a:blip r:embed="rId4"/>
          <a:stretch>
            <a:fillRect/>
          </a:stretch>
        </p:blipFill>
        <p:spPr>
          <a:xfrm>
            <a:off x="9308172" y="754002"/>
            <a:ext cx="1396941" cy="950524"/>
          </a:xfrm>
          <a:prstGeom prst="rect">
            <a:avLst/>
          </a:prstGeom>
        </p:spPr>
      </p:pic>
      <p:sp>
        <p:nvSpPr>
          <p:cNvPr id="7" name="CuadroTexto 6">
            <a:extLst>
              <a:ext uri="{FF2B5EF4-FFF2-40B4-BE49-F238E27FC236}">
                <a16:creationId xmlns:a16="http://schemas.microsoft.com/office/drawing/2014/main" id="{08A10779-4F58-0C4B-6EF5-B2C67289EC7C}"/>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a:t>
            </a:r>
            <a:r>
              <a:rPr lang="es-ES" dirty="0">
                <a:latin typeface="Arial"/>
                <a:cs typeface="Segoe UI"/>
              </a:rPr>
              <a:t>24</a:t>
            </a:r>
            <a:r>
              <a:rPr lang="es-ES" sz="1800" dirty="0">
                <a:latin typeface="Arial"/>
                <a:cs typeface="Segoe UI"/>
              </a:rPr>
              <a:t> de mayo del 2026</a:t>
            </a:r>
          </a:p>
        </p:txBody>
      </p:sp>
    </p:spTree>
    <p:extLst>
      <p:ext uri="{BB962C8B-B14F-4D97-AF65-F5344CB8AC3E}">
        <p14:creationId xmlns:p14="http://schemas.microsoft.com/office/powerpoint/2010/main" val="4072069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F6AC51-18AC-3BDB-BEF8-CE6250EE85A1}"/>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08FA0B71-3B1E-2A4E-D108-0C8D2192BE76}"/>
              </a:ext>
            </a:extLst>
          </p:cNvPr>
          <p:cNvSpPr>
            <a:spLocks noGrp="1"/>
          </p:cNvSpPr>
          <p:nvPr>
            <p:ph idx="1"/>
          </p:nvPr>
        </p:nvSpPr>
        <p:spPr/>
        <p:txBody>
          <a:bodyPr/>
          <a:lstStyle/>
          <a:p>
            <a:pPr marL="0" indent="0" algn="just">
              <a:buNone/>
            </a:pPr>
            <a:r>
              <a:rPr lang="es-MX" dirty="0"/>
              <a:t>El aprendizaje de los </a:t>
            </a:r>
            <a:r>
              <a:rPr lang="es-MX" dirty="0" err="1"/>
              <a:t>Frameworks</a:t>
            </a:r>
            <a:r>
              <a:rPr lang="es-MX" dirty="0"/>
              <a:t> del lado del cliente requiere la realización de ejercicio práctico que permitan comprender la estructura y funcionamiento de la aplicación web moderna. El presente ejercicio tiene como finalidad reforzar los conocimientos adquiridos durante el desarrollo de la aplicación Pizzas </a:t>
            </a:r>
            <a:r>
              <a:rPr lang="es-MX" dirty="0" err="1"/>
              <a:t>Kids</a:t>
            </a:r>
            <a:r>
              <a:rPr lang="es-MX" dirty="0"/>
              <a:t>, permitiendo practicar conceptos fundamentales relacionados con Angular, </a:t>
            </a:r>
            <a:r>
              <a:rPr lang="es-MX" dirty="0" err="1"/>
              <a:t>TypeScript</a:t>
            </a:r>
            <a:r>
              <a:rPr lang="es-MX" dirty="0"/>
              <a:t> y la integración con bases de datos.</a:t>
            </a:r>
          </a:p>
        </p:txBody>
      </p:sp>
    </p:spTree>
    <p:extLst>
      <p:ext uri="{BB962C8B-B14F-4D97-AF65-F5344CB8AC3E}">
        <p14:creationId xmlns:p14="http://schemas.microsoft.com/office/powerpoint/2010/main" val="440030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7FB8E-91DA-23FD-D8BA-61CA4C61B184}"/>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4746E3DC-2E0F-5381-7E50-34273C219481}"/>
              </a:ext>
            </a:extLst>
          </p:cNvPr>
          <p:cNvSpPr>
            <a:spLocks noGrp="1"/>
          </p:cNvSpPr>
          <p:nvPr>
            <p:ph idx="1"/>
          </p:nvPr>
        </p:nvSpPr>
        <p:spPr/>
        <p:txBody>
          <a:bodyPr/>
          <a:lstStyle/>
          <a:p>
            <a:pPr marL="0" indent="0" algn="just">
              <a:buNone/>
            </a:pPr>
            <a:r>
              <a:rPr lang="es-MX" dirty="0"/>
              <a:t>La elaboración de un ejercicio permite fortalecer los conocimientos obtenidos durante el proceso de desarrollo de aplicaciones web. Mediante la práctica constante es posible mejorar las habilidades de programación, comprender la arquitectura de Angular y desarrollar soluciones eficientes para diferentes necesidades empresariales.</a:t>
            </a:r>
          </a:p>
        </p:txBody>
      </p:sp>
    </p:spTree>
    <p:extLst>
      <p:ext uri="{BB962C8B-B14F-4D97-AF65-F5344CB8AC3E}">
        <p14:creationId xmlns:p14="http://schemas.microsoft.com/office/powerpoint/2010/main" val="177106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CEF5A-5A72-5C2A-C1CA-E09003D6CE06}"/>
              </a:ext>
            </a:extLst>
          </p:cNvPr>
          <p:cNvSpPr>
            <a:spLocks noGrp="1"/>
          </p:cNvSpPr>
          <p:nvPr>
            <p:ph type="title"/>
          </p:nvPr>
        </p:nvSpPr>
        <p:spPr/>
        <p:txBody>
          <a:bodyPr/>
          <a:lstStyle/>
          <a:p>
            <a:r>
              <a:rPr lang="es-MX" dirty="0"/>
              <a:t>EJERCICIO </a:t>
            </a:r>
          </a:p>
        </p:txBody>
      </p:sp>
      <p:sp>
        <p:nvSpPr>
          <p:cNvPr id="3" name="Marcador de contenido 2">
            <a:extLst>
              <a:ext uri="{FF2B5EF4-FFF2-40B4-BE49-F238E27FC236}">
                <a16:creationId xmlns:a16="http://schemas.microsoft.com/office/drawing/2014/main" id="{3D8C5D77-B84A-A7CA-0976-E8A7B4FE72DF}"/>
              </a:ext>
            </a:extLst>
          </p:cNvPr>
          <p:cNvSpPr>
            <a:spLocks noGrp="1"/>
          </p:cNvSpPr>
          <p:nvPr>
            <p:ph idx="1"/>
          </p:nvPr>
        </p:nvSpPr>
        <p:spPr>
          <a:xfrm>
            <a:off x="2374160" y="1655298"/>
            <a:ext cx="8915400" cy="3777622"/>
          </a:xfrm>
        </p:spPr>
        <p:txBody>
          <a:bodyPr/>
          <a:lstStyle/>
          <a:p>
            <a:pPr marL="0" indent="0" algn="just">
              <a:buNone/>
            </a:pPr>
            <a:r>
              <a:rPr lang="es-MX" dirty="0"/>
              <a:t>Este presente ejercicio tratara de como es que se ve en el lado del cliente es decir como se visualiza en el lado de cliente al momento que entras a la aplicación web y nos aparece y que funciones hace cada botón que se le asigno a la aplicación; en este caso empezaremos desde el momento de cuando entramos es decir el inicio.</a:t>
            </a:r>
          </a:p>
          <a:p>
            <a:pPr marL="0" indent="0">
              <a:buNone/>
            </a:pPr>
            <a:endParaRPr lang="es-MX" dirty="0"/>
          </a:p>
        </p:txBody>
      </p:sp>
      <p:pic>
        <p:nvPicPr>
          <p:cNvPr id="5" name="Imagen 4">
            <a:extLst>
              <a:ext uri="{FF2B5EF4-FFF2-40B4-BE49-F238E27FC236}">
                <a16:creationId xmlns:a16="http://schemas.microsoft.com/office/drawing/2014/main" id="{E342A488-6592-4A72-E71A-4C24CF2C0346}"/>
              </a:ext>
            </a:extLst>
          </p:cNvPr>
          <p:cNvPicPr>
            <a:picLocks noChangeAspect="1"/>
          </p:cNvPicPr>
          <p:nvPr/>
        </p:nvPicPr>
        <p:blipFill>
          <a:blip r:embed="rId2"/>
          <a:stretch>
            <a:fillRect/>
          </a:stretch>
        </p:blipFill>
        <p:spPr>
          <a:xfrm>
            <a:off x="465641" y="3544109"/>
            <a:ext cx="6096001" cy="2921565"/>
          </a:xfrm>
          <a:prstGeom prst="rect">
            <a:avLst/>
          </a:prstGeom>
        </p:spPr>
      </p:pic>
      <p:pic>
        <p:nvPicPr>
          <p:cNvPr id="7" name="Imagen 6">
            <a:extLst>
              <a:ext uri="{FF2B5EF4-FFF2-40B4-BE49-F238E27FC236}">
                <a16:creationId xmlns:a16="http://schemas.microsoft.com/office/drawing/2014/main" id="{3488C95D-A6D5-71F3-7695-A66FC3CF0CF5}"/>
              </a:ext>
            </a:extLst>
          </p:cNvPr>
          <p:cNvPicPr>
            <a:picLocks noChangeAspect="1"/>
          </p:cNvPicPr>
          <p:nvPr/>
        </p:nvPicPr>
        <p:blipFill>
          <a:blip r:embed="rId3"/>
          <a:stretch>
            <a:fillRect/>
          </a:stretch>
        </p:blipFill>
        <p:spPr>
          <a:xfrm>
            <a:off x="7048768" y="3957727"/>
            <a:ext cx="4624282" cy="1990548"/>
          </a:xfrm>
          <a:prstGeom prst="rect">
            <a:avLst/>
          </a:prstGeom>
        </p:spPr>
      </p:pic>
    </p:spTree>
    <p:extLst>
      <p:ext uri="{BB962C8B-B14F-4D97-AF65-F5344CB8AC3E}">
        <p14:creationId xmlns:p14="http://schemas.microsoft.com/office/powerpoint/2010/main" val="373872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F69A15E-42E7-4A2E-EB05-2E0F757393CB}"/>
              </a:ext>
            </a:extLst>
          </p:cNvPr>
          <p:cNvSpPr>
            <a:spLocks noGrp="1"/>
          </p:cNvSpPr>
          <p:nvPr>
            <p:ph idx="1"/>
          </p:nvPr>
        </p:nvSpPr>
        <p:spPr>
          <a:xfrm>
            <a:off x="1561514" y="900331"/>
            <a:ext cx="9792286" cy="5276631"/>
          </a:xfrm>
        </p:spPr>
        <p:txBody>
          <a:bodyPr/>
          <a:lstStyle/>
          <a:p>
            <a:pPr marL="0" indent="0">
              <a:buNone/>
            </a:pPr>
            <a:r>
              <a:rPr lang="es-MX" dirty="0"/>
              <a:t>Después de esto nos pasamos a la parte de menú donde estarán las pizzas en donde podremos ver la interacción y la función que se le asigno a cada botón ya que al momento que pasa el botón cada tarjeta donde están las pizzas tiene una función de movimiento.</a:t>
            </a:r>
          </a:p>
          <a:p>
            <a:pPr marL="0" indent="0">
              <a:buNone/>
            </a:pPr>
            <a:endParaRPr lang="es-MX" dirty="0"/>
          </a:p>
        </p:txBody>
      </p:sp>
      <p:pic>
        <p:nvPicPr>
          <p:cNvPr id="5" name="Imagen 4">
            <a:extLst>
              <a:ext uri="{FF2B5EF4-FFF2-40B4-BE49-F238E27FC236}">
                <a16:creationId xmlns:a16="http://schemas.microsoft.com/office/drawing/2014/main" id="{D68455C9-21D6-8779-A562-4E7C8547E583}"/>
              </a:ext>
            </a:extLst>
          </p:cNvPr>
          <p:cNvPicPr>
            <a:picLocks noChangeAspect="1"/>
          </p:cNvPicPr>
          <p:nvPr/>
        </p:nvPicPr>
        <p:blipFill>
          <a:blip r:embed="rId2"/>
          <a:stretch>
            <a:fillRect/>
          </a:stretch>
        </p:blipFill>
        <p:spPr>
          <a:xfrm>
            <a:off x="604911" y="3257294"/>
            <a:ext cx="4862732" cy="2281772"/>
          </a:xfrm>
          <a:prstGeom prst="rect">
            <a:avLst/>
          </a:prstGeom>
        </p:spPr>
      </p:pic>
      <p:pic>
        <p:nvPicPr>
          <p:cNvPr id="7" name="Imagen 6">
            <a:extLst>
              <a:ext uri="{FF2B5EF4-FFF2-40B4-BE49-F238E27FC236}">
                <a16:creationId xmlns:a16="http://schemas.microsoft.com/office/drawing/2014/main" id="{C24456CC-97E4-C9D8-80DE-0CB5FBE8F14B}"/>
              </a:ext>
            </a:extLst>
          </p:cNvPr>
          <p:cNvPicPr>
            <a:picLocks noChangeAspect="1"/>
          </p:cNvPicPr>
          <p:nvPr/>
        </p:nvPicPr>
        <p:blipFill>
          <a:blip r:embed="rId3"/>
          <a:stretch>
            <a:fillRect/>
          </a:stretch>
        </p:blipFill>
        <p:spPr>
          <a:xfrm>
            <a:off x="6350392" y="3200555"/>
            <a:ext cx="5003408" cy="2395249"/>
          </a:xfrm>
          <a:prstGeom prst="rect">
            <a:avLst/>
          </a:prstGeom>
        </p:spPr>
      </p:pic>
    </p:spTree>
    <p:extLst>
      <p:ext uri="{BB962C8B-B14F-4D97-AF65-F5344CB8AC3E}">
        <p14:creationId xmlns:p14="http://schemas.microsoft.com/office/powerpoint/2010/main" val="2304363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2E90E9D-6464-400E-F3CD-C4353CBCEE30}"/>
              </a:ext>
            </a:extLst>
          </p:cNvPr>
          <p:cNvSpPr>
            <a:spLocks noGrp="1"/>
          </p:cNvSpPr>
          <p:nvPr>
            <p:ph idx="1"/>
          </p:nvPr>
        </p:nvSpPr>
        <p:spPr>
          <a:xfrm>
            <a:off x="1561514" y="562707"/>
            <a:ext cx="9792286" cy="5614255"/>
          </a:xfrm>
        </p:spPr>
        <p:txBody>
          <a:bodyPr/>
          <a:lstStyle/>
          <a:p>
            <a:pPr marL="0" indent="0">
              <a:buNone/>
            </a:pPr>
            <a:r>
              <a:rPr lang="es-MX" dirty="0"/>
              <a:t>Después de eso al momento de agregar alguna pizza al carrito hace la misma función que se le agregaron a  los botones de hacer un movimiento con sombre roja mas encendido al momento que tiene de agregar, y cuando lo agregamos nos mandara un anuncio o aviso que se agrego al carrito.</a:t>
            </a:r>
          </a:p>
          <a:p>
            <a:pPr marL="0" indent="0">
              <a:buNone/>
            </a:pPr>
            <a:endParaRPr lang="es-MX" dirty="0"/>
          </a:p>
        </p:txBody>
      </p:sp>
      <p:pic>
        <p:nvPicPr>
          <p:cNvPr id="5" name="Imagen 4">
            <a:extLst>
              <a:ext uri="{FF2B5EF4-FFF2-40B4-BE49-F238E27FC236}">
                <a16:creationId xmlns:a16="http://schemas.microsoft.com/office/drawing/2014/main" id="{62157597-A657-AB9E-944F-342E32AD3E2A}"/>
              </a:ext>
            </a:extLst>
          </p:cNvPr>
          <p:cNvPicPr>
            <a:picLocks noChangeAspect="1"/>
          </p:cNvPicPr>
          <p:nvPr/>
        </p:nvPicPr>
        <p:blipFill>
          <a:blip r:embed="rId2"/>
          <a:stretch>
            <a:fillRect/>
          </a:stretch>
        </p:blipFill>
        <p:spPr>
          <a:xfrm>
            <a:off x="137060" y="2833676"/>
            <a:ext cx="5901561" cy="1414660"/>
          </a:xfrm>
          <a:prstGeom prst="rect">
            <a:avLst/>
          </a:prstGeom>
        </p:spPr>
      </p:pic>
      <p:pic>
        <p:nvPicPr>
          <p:cNvPr id="7" name="Imagen 6">
            <a:extLst>
              <a:ext uri="{FF2B5EF4-FFF2-40B4-BE49-F238E27FC236}">
                <a16:creationId xmlns:a16="http://schemas.microsoft.com/office/drawing/2014/main" id="{1DBF02AA-CDA0-95CF-0CCA-A6CF5C9423D7}"/>
              </a:ext>
            </a:extLst>
          </p:cNvPr>
          <p:cNvPicPr>
            <a:picLocks noChangeAspect="1"/>
          </p:cNvPicPr>
          <p:nvPr/>
        </p:nvPicPr>
        <p:blipFill>
          <a:blip r:embed="rId3"/>
          <a:stretch>
            <a:fillRect/>
          </a:stretch>
        </p:blipFill>
        <p:spPr>
          <a:xfrm>
            <a:off x="6274191" y="2253990"/>
            <a:ext cx="5654140" cy="2939792"/>
          </a:xfrm>
          <a:prstGeom prst="rect">
            <a:avLst/>
          </a:prstGeom>
        </p:spPr>
      </p:pic>
    </p:spTree>
    <p:extLst>
      <p:ext uri="{BB962C8B-B14F-4D97-AF65-F5344CB8AC3E}">
        <p14:creationId xmlns:p14="http://schemas.microsoft.com/office/powerpoint/2010/main" val="3686166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ABEEAB9-AC1B-FDAA-DBB2-8C8796F239D9}"/>
              </a:ext>
            </a:extLst>
          </p:cNvPr>
          <p:cNvSpPr>
            <a:spLocks noGrp="1"/>
          </p:cNvSpPr>
          <p:nvPr>
            <p:ph idx="1"/>
          </p:nvPr>
        </p:nvSpPr>
        <p:spPr>
          <a:xfrm>
            <a:off x="1659988" y="590843"/>
            <a:ext cx="9693812" cy="5586120"/>
          </a:xfrm>
        </p:spPr>
        <p:txBody>
          <a:bodyPr/>
          <a:lstStyle/>
          <a:p>
            <a:pPr marL="0" indent="0">
              <a:buNone/>
            </a:pPr>
            <a:r>
              <a:rPr lang="es-MX" dirty="0"/>
              <a:t>Después de esto ya nos dirigimos a orden donde encontrara nuestro pedido y ahí es donde empezaremos a rellenar los datos que le pedimos a nuestro proyecto que realizará.</a:t>
            </a:r>
          </a:p>
          <a:p>
            <a:pPr marL="0" indent="0">
              <a:buNone/>
            </a:pPr>
            <a:endParaRPr lang="es-MX" dirty="0"/>
          </a:p>
        </p:txBody>
      </p:sp>
      <p:pic>
        <p:nvPicPr>
          <p:cNvPr id="5" name="Imagen 4">
            <a:extLst>
              <a:ext uri="{FF2B5EF4-FFF2-40B4-BE49-F238E27FC236}">
                <a16:creationId xmlns:a16="http://schemas.microsoft.com/office/drawing/2014/main" id="{5AE2E1AE-C773-32D1-B2D4-79EDFDE78FFC}"/>
              </a:ext>
            </a:extLst>
          </p:cNvPr>
          <p:cNvPicPr>
            <a:picLocks noChangeAspect="1"/>
          </p:cNvPicPr>
          <p:nvPr/>
        </p:nvPicPr>
        <p:blipFill>
          <a:blip r:embed="rId2"/>
          <a:stretch>
            <a:fillRect/>
          </a:stretch>
        </p:blipFill>
        <p:spPr>
          <a:xfrm>
            <a:off x="492368" y="2167563"/>
            <a:ext cx="5529231" cy="2573250"/>
          </a:xfrm>
          <a:prstGeom prst="rect">
            <a:avLst/>
          </a:prstGeom>
        </p:spPr>
      </p:pic>
      <p:pic>
        <p:nvPicPr>
          <p:cNvPr id="7" name="Imagen 6">
            <a:extLst>
              <a:ext uri="{FF2B5EF4-FFF2-40B4-BE49-F238E27FC236}">
                <a16:creationId xmlns:a16="http://schemas.microsoft.com/office/drawing/2014/main" id="{486277E5-81E7-9C88-F1C6-B8F8E9E235EE}"/>
              </a:ext>
            </a:extLst>
          </p:cNvPr>
          <p:cNvPicPr>
            <a:picLocks noChangeAspect="1"/>
          </p:cNvPicPr>
          <p:nvPr/>
        </p:nvPicPr>
        <p:blipFill>
          <a:blip r:embed="rId3"/>
          <a:stretch>
            <a:fillRect/>
          </a:stretch>
        </p:blipFill>
        <p:spPr>
          <a:xfrm>
            <a:off x="6400801" y="2167563"/>
            <a:ext cx="5298831" cy="1997403"/>
          </a:xfrm>
          <a:prstGeom prst="rect">
            <a:avLst/>
          </a:prstGeom>
        </p:spPr>
      </p:pic>
    </p:spTree>
    <p:extLst>
      <p:ext uri="{BB962C8B-B14F-4D97-AF65-F5344CB8AC3E}">
        <p14:creationId xmlns:p14="http://schemas.microsoft.com/office/powerpoint/2010/main" val="3336493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8299EC0-97A3-0180-B6D7-82087499D9F6}"/>
              </a:ext>
            </a:extLst>
          </p:cNvPr>
          <p:cNvSpPr>
            <a:spLocks noGrp="1"/>
          </p:cNvSpPr>
          <p:nvPr>
            <p:ph idx="1"/>
          </p:nvPr>
        </p:nvSpPr>
        <p:spPr>
          <a:xfrm>
            <a:off x="1645920" y="703385"/>
            <a:ext cx="9707880" cy="5473578"/>
          </a:xfrm>
        </p:spPr>
        <p:txBody>
          <a:bodyPr/>
          <a:lstStyle/>
          <a:p>
            <a:pPr marL="0" indent="0">
              <a:buNone/>
            </a:pPr>
            <a:r>
              <a:rPr lang="es-MX" dirty="0"/>
              <a:t>Después de esto realizamos lo que es rellenar cada casilla que se pide y nos mandara un aviso que se guardo correctamente nuestro pedido y ahí después es como se guardara directamente a nuestra base de datos llamada pedido.</a:t>
            </a:r>
          </a:p>
          <a:p>
            <a:pPr marL="0" indent="0">
              <a:buNone/>
            </a:pPr>
            <a:endParaRPr lang="es-MX" dirty="0"/>
          </a:p>
        </p:txBody>
      </p:sp>
      <p:pic>
        <p:nvPicPr>
          <p:cNvPr id="5" name="Imagen 4">
            <a:extLst>
              <a:ext uri="{FF2B5EF4-FFF2-40B4-BE49-F238E27FC236}">
                <a16:creationId xmlns:a16="http://schemas.microsoft.com/office/drawing/2014/main" id="{598F1A91-09C4-52AE-B907-ED9E0240123C}"/>
              </a:ext>
            </a:extLst>
          </p:cNvPr>
          <p:cNvPicPr>
            <a:picLocks noChangeAspect="1"/>
          </p:cNvPicPr>
          <p:nvPr/>
        </p:nvPicPr>
        <p:blipFill>
          <a:blip r:embed="rId2"/>
          <a:stretch>
            <a:fillRect/>
          </a:stretch>
        </p:blipFill>
        <p:spPr>
          <a:xfrm>
            <a:off x="2767563" y="2121035"/>
            <a:ext cx="5636887" cy="2202178"/>
          </a:xfrm>
          <a:prstGeom prst="rect">
            <a:avLst/>
          </a:prstGeom>
        </p:spPr>
      </p:pic>
      <p:pic>
        <p:nvPicPr>
          <p:cNvPr id="7" name="Imagen 6">
            <a:extLst>
              <a:ext uri="{FF2B5EF4-FFF2-40B4-BE49-F238E27FC236}">
                <a16:creationId xmlns:a16="http://schemas.microsoft.com/office/drawing/2014/main" id="{E72CAC69-C679-78F0-B509-136E3D24C2BE}"/>
              </a:ext>
            </a:extLst>
          </p:cNvPr>
          <p:cNvPicPr>
            <a:picLocks noChangeAspect="1"/>
          </p:cNvPicPr>
          <p:nvPr/>
        </p:nvPicPr>
        <p:blipFill>
          <a:blip r:embed="rId3"/>
          <a:stretch>
            <a:fillRect/>
          </a:stretch>
        </p:blipFill>
        <p:spPr>
          <a:xfrm>
            <a:off x="2510948" y="4858570"/>
            <a:ext cx="6150119" cy="1134267"/>
          </a:xfrm>
          <a:prstGeom prst="rect">
            <a:avLst/>
          </a:prstGeom>
        </p:spPr>
      </p:pic>
    </p:spTree>
    <p:extLst>
      <p:ext uri="{BB962C8B-B14F-4D97-AF65-F5344CB8AC3E}">
        <p14:creationId xmlns:p14="http://schemas.microsoft.com/office/powerpoint/2010/main" val="343474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556DD-7BF0-B4CC-8B10-BF32B34747A7}"/>
              </a:ext>
            </a:extLst>
          </p:cNvPr>
          <p:cNvSpPr>
            <a:spLocks noGrp="1"/>
          </p:cNvSpPr>
          <p:nvPr>
            <p:ph type="title"/>
          </p:nvPr>
        </p:nvSpPr>
        <p:spPr/>
        <p:txBody>
          <a:bodyPr/>
          <a:lstStyle/>
          <a:p>
            <a:r>
              <a:rPr lang="es-MX" dirty="0"/>
              <a:t>BASE DE DATOS </a:t>
            </a:r>
          </a:p>
        </p:txBody>
      </p:sp>
      <p:sp>
        <p:nvSpPr>
          <p:cNvPr id="3" name="Marcador de contenido 2">
            <a:extLst>
              <a:ext uri="{FF2B5EF4-FFF2-40B4-BE49-F238E27FC236}">
                <a16:creationId xmlns:a16="http://schemas.microsoft.com/office/drawing/2014/main" id="{E1B4BD83-B72C-B28B-3100-DE64847A48D6}"/>
              </a:ext>
            </a:extLst>
          </p:cNvPr>
          <p:cNvSpPr>
            <a:spLocks noGrp="1"/>
          </p:cNvSpPr>
          <p:nvPr>
            <p:ph idx="1"/>
          </p:nvPr>
        </p:nvSpPr>
        <p:spPr/>
        <p:txBody>
          <a:bodyPr/>
          <a:lstStyle/>
          <a:p>
            <a:pPr marL="0" indent="0">
              <a:buNone/>
            </a:pPr>
            <a:r>
              <a:rPr lang="es-MX" dirty="0"/>
              <a:t>Una vez que se confirmo este pedido a el dueño del local ya le aparece a su base de datos que tiene un pedido nuevo que es una nueva pizza y dentro de la base de datos como ya se guardo este pedido le aparece así, es el ultimo pedido con el nombre de Gildardo Ramírez.</a:t>
            </a:r>
          </a:p>
          <a:p>
            <a:pPr marL="0" indent="0">
              <a:buNone/>
            </a:pPr>
            <a:endParaRPr lang="es-MX" dirty="0"/>
          </a:p>
        </p:txBody>
      </p:sp>
      <p:pic>
        <p:nvPicPr>
          <p:cNvPr id="5" name="Imagen 4">
            <a:extLst>
              <a:ext uri="{FF2B5EF4-FFF2-40B4-BE49-F238E27FC236}">
                <a16:creationId xmlns:a16="http://schemas.microsoft.com/office/drawing/2014/main" id="{8398C246-9968-0AB0-65AE-B36FBFADD062}"/>
              </a:ext>
            </a:extLst>
          </p:cNvPr>
          <p:cNvPicPr>
            <a:picLocks noChangeAspect="1"/>
          </p:cNvPicPr>
          <p:nvPr/>
        </p:nvPicPr>
        <p:blipFill>
          <a:blip r:embed="rId2"/>
          <a:stretch>
            <a:fillRect/>
          </a:stretch>
        </p:blipFill>
        <p:spPr>
          <a:xfrm>
            <a:off x="2067949" y="3850950"/>
            <a:ext cx="7726727" cy="2326013"/>
          </a:xfrm>
          <a:prstGeom prst="rect">
            <a:avLst/>
          </a:prstGeom>
        </p:spPr>
      </p:pic>
    </p:spTree>
    <p:extLst>
      <p:ext uri="{BB962C8B-B14F-4D97-AF65-F5344CB8AC3E}">
        <p14:creationId xmlns:p14="http://schemas.microsoft.com/office/powerpoint/2010/main" val="2514038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2C917B-B232-55E1-7E65-339C394706E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CB3D83CE-8B11-AB7E-1C11-A3572FB00A1B}"/>
              </a:ext>
            </a:extLst>
          </p:cNvPr>
          <p:cNvSpPr>
            <a:spLocks noGrp="1"/>
          </p:cNvSpPr>
          <p:nvPr>
            <p:ph idx="1"/>
          </p:nvPr>
        </p:nvSpPr>
        <p:spPr/>
        <p:txBody>
          <a:bodyPr/>
          <a:lstStyle/>
          <a:p>
            <a:pPr marL="0" indent="0" algn="just">
              <a:buNone/>
            </a:pPr>
            <a:r>
              <a:rPr lang="es-MX" dirty="0"/>
              <a:t>La realización de este ejercicio permitió reforzar los conocimientos adquiridos durante el desarrollo de la aplicación Pizzas </a:t>
            </a:r>
            <a:r>
              <a:rPr lang="es-MX" dirty="0" err="1"/>
              <a:t>Kids</a:t>
            </a:r>
            <a:r>
              <a:rPr lang="es-MX" dirty="0"/>
              <a:t>. Cada ejercicio contribuyó al aprendizaje de conceptos fundamentales de Angular, </a:t>
            </a:r>
            <a:r>
              <a:rPr lang="es-MX" dirty="0" err="1"/>
              <a:t>TypeScript</a:t>
            </a:r>
            <a:r>
              <a:rPr lang="es-MX" dirty="0"/>
              <a:t> y </a:t>
            </a:r>
            <a:r>
              <a:rPr lang="es-MX" dirty="0" err="1"/>
              <a:t>Supabase</a:t>
            </a:r>
            <a:r>
              <a:rPr lang="es-MX" dirty="0"/>
              <a:t>, facilitando la comprensión del desarrollo de aplicaciones web dinámicas. Gracias a estas actividades fue posible adquirir experiencia práctica en la construcción de interfaces modernas, manejo de datos y aplicación de </a:t>
            </a:r>
            <a:r>
              <a:rPr lang="es-MX" dirty="0" err="1"/>
              <a:t>Frameworks</a:t>
            </a:r>
            <a:r>
              <a:rPr lang="es-MX" dirty="0"/>
              <a:t> del lado del cliente, fortaleciendo las competencias necesarias para futuros proyectos de desarrollo web.</a:t>
            </a:r>
          </a:p>
        </p:txBody>
      </p:sp>
    </p:spTree>
    <p:extLst>
      <p:ext uri="{BB962C8B-B14F-4D97-AF65-F5344CB8AC3E}">
        <p14:creationId xmlns:p14="http://schemas.microsoft.com/office/powerpoint/2010/main" val="3124134467"/>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Espiral</Template>
  <TotalTime>4</TotalTime>
  <Words>544</Words>
  <Application>Microsoft Office PowerPoint</Application>
  <PresentationFormat>Panorámica</PresentationFormat>
  <Paragraphs>29</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Century Gothic</vt:lpstr>
      <vt:lpstr>Wingdings 3</vt:lpstr>
      <vt:lpstr>Espiral</vt:lpstr>
      <vt:lpstr>Presentación de PowerPoint</vt:lpstr>
      <vt:lpstr>INTRODUCCIÓN</vt:lpstr>
      <vt:lpstr>JUSTIFICACIÓN</vt:lpstr>
      <vt:lpstr>EJERCICIO </vt:lpstr>
      <vt:lpstr>Presentación de PowerPoint</vt:lpstr>
      <vt:lpstr>Presentación de PowerPoint</vt:lpstr>
      <vt:lpstr>Presentación de PowerPoint</vt:lpstr>
      <vt:lpstr>Presentación de PowerPoint</vt:lpstr>
      <vt:lpstr>BASE DE DATOS </vt:lpstr>
      <vt:lpstr>CONCLUSIÓN PERSONAL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2</cp:revision>
  <dcterms:created xsi:type="dcterms:W3CDTF">2026-06-02T20:17:11Z</dcterms:created>
  <dcterms:modified xsi:type="dcterms:W3CDTF">2026-06-02T20:21:56Z</dcterms:modified>
</cp:coreProperties>
</file>